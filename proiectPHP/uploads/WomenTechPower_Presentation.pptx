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WomenTechPower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Women in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WomenTechPower Platform is a transformative initiative designed to bridge the gender gap in technology. By providing mentorship, learning opportunities, and networking, it empowers women to achieve excellence in the tech industry.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Promote diversity and inclusion in tech.</a:t>
            </a:r>
          </a:p>
          <a:p>
            <a:r>
              <a:t>- Provide mentorship and learning resources.</a:t>
            </a:r>
          </a:p>
          <a:p>
            <a:r>
              <a:t>- Foster a community for networking and collaboration.</a:t>
            </a:r>
          </a:p>
          <a:p>
            <a:r>
              <a:t>- Support career advancement for women in tech.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Access to industry-leading mentors.</a:t>
            </a:r>
          </a:p>
          <a:p>
            <a:r>
              <a:t>- Educational workshops and webinars.</a:t>
            </a:r>
          </a:p>
          <a:p>
            <a:r>
              <a:t>- Networking events and forums.</a:t>
            </a:r>
          </a:p>
          <a:p>
            <a:r>
              <a:t>- Job opportunities and career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WomenTechPower has connected thousands of women globally, fostering innovation and breaking barriers in the tech industry. It champions the cause of diversity and empowers women to lead transformative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